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Lead Gen X Map Scrapper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Complete Course: Scrape Leads, Build Websites, Pitch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</a:defRPr>
            </a:pPr>
            <a:r>
              <a:t>Turn Google Maps data into a profitable web design business - using 100% free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120640"/>
            <a:ext cx="219456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Free Tools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120640"/>
            <a:ext cx="219456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No Coding Experience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5120640"/>
            <a:ext cx="219456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Start Earning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Course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Setup &amp;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VS Code, Git, Node.js, GitHub, Vercel, 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Lead Gen X Map Scrapper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74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Install extension, run first scrape, export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Lead 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Identify HOT leads, audit websites, prioritize 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78892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Building Websites with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54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Claude prompts, HTML/CSS generation, local preview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Free Deployment to Vercel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Git push, auto-deploy, live demo URL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406908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Pitching Clients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Cold email templates, follow-up sequences, closing deals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79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349239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03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Pricing &amp; Packaging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71499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Service tiers, retainers, upsells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79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5349239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303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Scaling Your Business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71499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Batch workflows, portfolio, repeat clients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What You'll Build By The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 100+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Extract business names, emails, phones,</a:t>
            </a:r>
            <a:br/>
            <a:r>
              <a:t>ratings, websites from Google Maps in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Build Free Websites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Use Claude AI to generate complete,</a:t>
            </a:r>
            <a:br/>
            <a:r>
              <a:t>professional websites - zero coding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Deploy for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Push to Vercel and get a live URL</a:t>
            </a:r>
            <a:br/>
            <a:r>
              <a:t>in under 60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124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Pitch &amp; Close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Send personalized cold emails with</a:t>
            </a:r>
            <a:br/>
            <a:r>
              <a:t>live demo links - get paying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Total investment: $0  |  All tools are free  |  Start earning from Day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1: Setup &amp;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Install all free tools needed for the entire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Free code editor by Microsoft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code.visualstudio.com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Write &amp; edit website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Version control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git-scm.com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Track changes, push to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JavaScript runtime (LTS)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nodejs.org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Required by some tools &amp; Vercel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Free code 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github.com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Store your code online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93192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Vercel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Free web hosting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vercel.com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Deploy websites instantly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93192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Chrome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Browser + extensions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google.com/chrome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Run Lead Gen X Map Scrapper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Installation Steps (Demo)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</a:defRPr>
            </a:pPr>
            <a:r>
              <a:t>1. Download &amp; install VS Code - check 'Add to PATH'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2. Install extensions: Live Server, Prettier, HTML CSS Support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3. Download &amp; install Git - select VS Code as default editor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4. Download &amp; install Node.js LTS - check 'Add to PATH'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5. Create free GitHub account at github.com/signup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6. Create free Vercel account - sign up with GitHub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7. Install Lead Gen X Map Scrapper extension in Chrome</a:t>
            </a:r>
          </a:p>
          <a:p>
            <a:pPr>
              <a:spcBef>
                <a:spcPts val="400"/>
              </a:spcBef>
              <a:defRPr sz="800" b="0">
                <a:solidFill>
                  <a:srgbClr val="0F0F0F"/>
                </a:solidFill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FACC15"/>
                </a:solidFill>
              </a:defRPr>
            </a:pPr>
            <a:r>
              <a:t>Verify in VS Code terminal (Ctrl + `):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code --version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git --version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node --version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npm --version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LIVE DEMO: Walk through each installation step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2: Lead Gen X Map Scrapper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</a:defRPr>
            </a:pPr>
            <a:r>
              <a:t>1. Install the Chrome extension (free credits included)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2. Click the extension icon in Chrome toolbar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3. Type any search: 'dentists in Miami'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4. Set how many results you want (e.g., 50)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5. Click 'Start Scraping' - sit back and watch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6. Extension auto-extracts: name, phone, email,</a:t>
            </a:r>
            <a:br/>
            <a:r>
              <a:t>    address, rating, reviews, website, hours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7. Results auto-export to CSV + open in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4572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</a:defRPr>
            </a:pPr>
            <a:r>
              <a:t>Data You Get Per Lead: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Business Name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Phone Number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Email Address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Full Address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Google Rating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Review Count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Website URL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Business Hours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Social Media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All in one click. No coding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Live Demo: First Scrape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05840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DEMO: Scraping 'plumbers in Chicago'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</a:defRPr>
            </a:pPr>
            <a:r>
              <a:t>1. Open Chrome &gt; Click Lead Gen X Map Scrapper extension icon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2. Type: plumbers in Chicago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3. Set max results: 20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4. Click 'Start Scraping'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5. Watch it auto-navigate Google Maps and extract each listing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6. Results appear in real-time in the popup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7. CSV auto-downloads when done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8. Open the built-in viewer to browse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[ SCREEN RECORDING: Show the full scraping process live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3: Lead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Not all leads are equal. Here's how to find the money leads.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91440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Highest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No website at all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4+ star rating, 10+ reviews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High-value niche (dental, legal,</a:t>
            </a:r>
            <a:br/>
            <a:r>
              <a:t>plumbing, real estate, clinics)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Active business (recent reviews)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Has email or phone to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47472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1097280" cy="36576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0F0F"/>
                </a:solidFill>
              </a:defRPr>
            </a:pPr>
            <a:r>
              <a:t>WARM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</a:defRPr>
            </a:pPr>
            <a:r>
              <a:t>Follow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Has outdated/ugly website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Not mobile-friendly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No SSL (http instead of https)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Missing contact form or CTA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Good reviews but poor web presence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47472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737360"/>
            <a:ext cx="1097280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0F0F"/>
                </a:solidFill>
              </a:defRPr>
            </a:pPr>
            <a:r>
              <a:t>COLD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Skip These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Already has a good website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Low ratings (below 3 stars)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Very few reviews (&lt; 5)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Chain/franchise (corporate sites)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No contact info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Pro Tip: Use the AI Bulk Qualification Prompt to score 50+ leads at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4: Building Websites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Use Claude (free) to generate complete websites from your scraped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Pick a HOT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Choose a business with no website</a:t>
            </a:r>
            <a:br/>
            <a:r>
              <a:t>or a terrible one from your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Fill the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Copy the Website Build prompt,</a:t>
            </a:r>
            <a:br/>
            <a:r>
              <a:t>fill in placeholders from CSV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Paste into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Go to claude.ai (free),</a:t>
            </a:r>
            <a:br/>
            <a:r>
              <a:t>paste the prompt, get full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Preview Locally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Save files in VS Code,</a:t>
            </a:r>
            <a:br/>
            <a:r>
              <a:t>right-click &gt; Open with Live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What Claude Generates For 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Hero Section: With business name, tagline, and Call-to-Action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Services Section: Tailored to the business niche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Testimonials: Using their actual Google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Contact Form: Working form via Formspree (free)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Google Map Embed: Showing their exact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Full SEO: Meta tags, schema markup, Open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Prompt Library (Included)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1. Full Website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Generates complete HTML/CSS website</a:t>
            </a:r>
            <a:br/>
            <a:r>
              <a:t>from scraped lead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2. Website Audit + Emails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Audits their site + creates 3 cold</a:t>
            </a:r>
            <a:br/>
            <a:r>
              <a:t>email templates + follow-up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3. Landing Page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High-converting single page with</a:t>
            </a:r>
            <a:br/>
            <a:r>
              <a:t>CTA, reviews, FAQ sections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4. Bulk Lead Qualifier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Scores 50+ leads as HOT/WARM/COLD</a:t>
            </a:r>
            <a:br/>
            <a:r>
              <a:t>from your CSV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5. Pitch Deck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Full pitch document with pricing,</a:t>
            </a:r>
            <a:br/>
            <a:r>
              <a:t>ROI calculation, comparisons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8056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</a:defRPr>
            </a:pPr>
            <a:r>
              <a:t>6. System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Turn Claude into your full-stack</a:t>
            </a:r>
            <a:br/>
            <a:r>
              <a:t>assistant for the entire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</a:defRPr>
            </a:pPr>
            <a:r>
              <a:t>All prompts included in the AI_Prompts_and_Pitch_Templates.pdf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5: Free Deployment to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Get a live URL in under 60 seconds - completely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Create 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Go to github.com/new</a:t>
            </a:r>
            <a:br/>
            <a:r>
              <a:t>Name it: client-business-name</a:t>
            </a:r>
            <a:br/>
            <a:r>
              <a:t>Select Public, add README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Clone to Your Computer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In VS Code terminal:</a:t>
            </a:r>
            <a:br/>
            <a:r>
              <a:t>git clone https://github.com/</a:t>
            </a:r>
            <a:br/>
            <a:r>
              <a:t>  YOU/client-name.git</a:t>
            </a:r>
            <a:br/>
            <a:r>
              <a:t>cd client-name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Add Website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Paste the AI-generated code</a:t>
            </a:r>
            <a:br/>
            <a:r>
              <a:t>into index.html and styles.css</a:t>
            </a:r>
            <a:br/>
            <a:r>
              <a:t>Save all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Push to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git add .</a:t>
            </a:r>
            <a:br/>
            <a:r>
              <a:t>git commit -m 'Initial website'</a:t>
            </a:r>
            <a:br/>
            <a:r>
              <a:t>git push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02336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416052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Import in 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Go to vercel.com/new</a:t>
            </a:r>
            <a:br/>
            <a:r>
              <a:t>Import the GitHub repo</a:t>
            </a:r>
            <a:br/>
            <a:r>
              <a:t>Click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80" y="416052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Live in 30 Seconds!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Your site is live at:</a:t>
            </a:r>
            <a:br/>
            <a:r>
              <a:t>client-name.vercel.app</a:t>
            </a:r>
            <a:br/>
            <a:r>
              <a:t>Share this link in pitch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6: Pitching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3 proven email templates + follow-up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128016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F0F0F"/>
                </a:solidFill>
              </a:defRPr>
            </a:pPr>
            <a:r>
              <a:t>  HIGHEST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Email A: "I Built You a Website"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Build the site FIRST, send the live link.</a:t>
            </a:r>
            <a:br/>
            <a:r>
              <a:t>They see immediate value before replying.</a:t>
            </a:r>
            <a:br/>
            <a:r>
              <a:t>Include their business name + specific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1280160" cy="36576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F0F0F"/>
                </a:solidFill>
              </a:defRPr>
            </a:pPr>
            <a:r>
              <a:t>  CONSULTATIVE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Email B: "Quick Website Audit"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Point out 2-3 specific issues with their</a:t>
            </a:r>
            <a:br/>
            <a:r>
              <a:t>current site (slow, not mobile-friendly).</a:t>
            </a:r>
            <a:br/>
            <a:r>
              <a:t>Offer a free redesign preview.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91640"/>
            <a:ext cx="128016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F0F0F"/>
                </a:solidFill>
              </a:defRPr>
            </a:pPr>
            <a:r>
              <a:t> 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Email C: "Fellow Local Business"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Position as a local professional.</a:t>
            </a:r>
            <a:br/>
            <a:r>
              <a:t>Mention their strong Google reviews.</a:t>
            </a:r>
            <a:br/>
            <a:r>
              <a:t>Soft CTA: quick call or reply.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Follow-Up Sequence: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Day 3: Quick check-in (did you see the demo?)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Day 7: Add social proof (other local businesses you've helped)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Day 14: Final follow-up with limited-time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7: Pricing &amp; Packaging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1371600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0F0F0F"/>
                </a:solidFill>
              </a:defRPr>
            </a:pPr>
            <a:r>
              <a:t> 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$200 - $500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Single landing page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Mobile responsive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Contact form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Basic SEO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Deploy to Vercel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3127" y="1344168"/>
            <a:ext cx="3438144" cy="4169663"/>
          </a:xfrm>
          <a:prstGeom prst="roundRect">
            <a:avLst/>
          </a:prstGeom>
          <a:noFill/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19" y="1554480"/>
            <a:ext cx="137160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0F0F0F"/>
                </a:solidFill>
              </a:defRPr>
            </a:pPr>
            <a:r>
              <a:t> 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$500 - $1,500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Multi-page website (3-5 pages)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Contact form + Google Maps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Full SEO + schema markup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Google Business optimization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Social media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38328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554480"/>
            <a:ext cx="1371600" cy="36576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0F0F0F"/>
                </a:solidFill>
              </a:defRPr>
            </a:pPr>
            <a:r>
              <a:t> 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$1,500 - $3,000+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Everything in Standard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Custom design / branding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Blog or portfolio section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Analytics setup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3 months maintenance 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Recurring Revenue: Offer monthly maintenance at $50-$150/month (hosting, updates, backups)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8: Scaling Your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Batch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Scrape 50-100 leads per niche per city.</a:t>
            </a:r>
            <a:br/>
            <a:r>
              <a:t>Qualify in bulk with AI. Build 3-5 demo</a:t>
            </a:r>
            <a:br/>
            <a:r>
              <a:t>sites per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Build a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Every client site becomes portfolio proof.</a:t>
            </a:r>
            <a:br/>
            <a:r>
              <a:t>Screenshot before/after. Add testimonials</a:t>
            </a:r>
            <a:br/>
            <a:r>
              <a:t>from happy clients.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Niche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Focus on 2-3 high-value niches.</a:t>
            </a:r>
            <a:br/>
            <a:r>
              <a:t>Become the 'dentist website guy' or</a:t>
            </a:r>
            <a:br/>
            <a:r>
              <a:t>'restaurant web expert' in your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Repeat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Offer monthly maintenance retainers.</a:t>
            </a:r>
            <a:br/>
            <a:r>
              <a:t>Upsell Google Business optimization.</a:t>
            </a:r>
            <a:br/>
            <a:r>
              <a:t>Referral discounts for introductions.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Goal: 5 clients x $500 avg = $2,500/month  |  10 clients x $100/mo retainer = $1,000/mo recurring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Your Complete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SCRAPE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Extract leads</a:t>
            </a:r>
            <a:br/>
            <a:r>
              <a:t>from Google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19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QUALIFY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Score leads as</a:t>
            </a:r>
            <a:br/>
            <a:r>
              <a:t>HOT / WARM / COLD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Generate website</a:t>
            </a:r>
            <a:br/>
            <a:r>
              <a:t>with Claude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59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39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9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Push to Vercel</a:t>
            </a:r>
            <a:br/>
            <a:r>
              <a:t>get live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PITCH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Send cold email</a:t>
            </a:r>
            <a:br/>
            <a:r>
              <a:t>with demo 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9848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Deliver site</a:t>
            </a:r>
            <a:br/>
            <a:r>
              <a:t>collect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Resources Included: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AI_Prompts_and_Pitch_Templates.pdf - All 6 prompts ready to use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Beginner_Setup_Tutorial.pdf - Step-by-step installation guide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Lead Gen X Map Scrapper Extension - Chrome extension with free credits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Total cost to start: $0  |  Potential earnings: $2,500+/month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Map Scrapper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</a:defRPr>
            </a:pPr>
            <a:r>
              <a:t>Now Go Get Your First Client!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Scrape  &gt;  Build  &gt;  Deploy  &gt;  Pitch  &gt;  Get Paid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</a:defRPr>
            </a:pPr>
            <a:r>
              <a:t>map-scrapper-five.vercel.app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Questions? Drop them in the comments!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